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87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669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23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6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5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999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6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79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5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54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4471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655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3196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52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761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04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39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322" y="0"/>
            <a:ext cx="8150678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938635"/>
            <a:ext cx="4260983" cy="21698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500" b="1" dirty="0" smtClean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PROTOTHON 2025</a:t>
            </a:r>
          </a:p>
          <a:p>
            <a:pPr algn="ctr"/>
            <a:r>
              <a:rPr lang="en-US" sz="4500" b="1" cap="none" spc="0" dirty="0" smtClean="0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Team: Vector</a:t>
            </a:r>
            <a:endParaRPr lang="en-US" sz="4500" b="1" cap="none" spc="0" dirty="0">
              <a:ln w="22225">
                <a:solidFill>
                  <a:schemeClr val="accent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758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544" y="1838318"/>
            <a:ext cx="4725059" cy="17623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545" y="3600689"/>
            <a:ext cx="4725059" cy="1819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31" y="1439633"/>
            <a:ext cx="6556814" cy="45169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5431" y="267068"/>
            <a:ext cx="103156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THE PROBLEM &amp; OUR SOLUTION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390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7433" y="0"/>
            <a:ext cx="99440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DEMO AND FUTURE UPGRADES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264" y="1533756"/>
            <a:ext cx="5032869" cy="4383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2516" y="1047833"/>
            <a:ext cx="575896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Bahnschrift SemiLight SemiConde" panose="020B0502040204020203" pitchFamily="34" charset="0"/>
              </a:rPr>
              <a:t>Demo Setup (What we are showing now):</a:t>
            </a:r>
            <a:endParaRPr lang="en-IN" u="sng" dirty="0">
              <a:latin typeface="Bahnschrift SemiLight SemiConde" panose="020B0502040204020203" pitchFamily="34" charset="0"/>
            </a:endParaRP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Arduino/ESP32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nodes connected via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RS485 Master-Slave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bus</a:t>
            </a: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Real-time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with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Firebase cloud dashboard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Telegram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anomaly detection</a:t>
            </a: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Works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long distances, reliable and industrial-grade</a:t>
            </a: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Simple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low-cost deployment (~₹200–₹300 per node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u="sng" dirty="0">
                <a:latin typeface="Bahnschrift SemiLight SemiConde" panose="020B0502040204020203" pitchFamily="34" charset="0"/>
              </a:rPr>
              <a:t>Proposed Future Upgrade (ESP32 Mesh):</a:t>
            </a:r>
            <a:endParaRPr lang="en-IN" u="sng" dirty="0">
              <a:latin typeface="Bahnschrift SemiLight SemiConde" panose="020B0502040204020203" pitchFamily="34" charset="0"/>
            </a:endParaRPr>
          </a:p>
          <a:p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Decentralized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ESP32 mesh network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along with RS485→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master node required</a:t>
            </a:r>
          </a:p>
          <a:p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Local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ML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each node for anomaly detection</a:t>
            </a: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Local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served by mesh → works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internet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Fully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→ additional nodes can join dynamically</a:t>
            </a: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Maintains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features of demo (alerts, dashboard) but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flexible &amp; offline-ready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76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060" y="863463"/>
            <a:ext cx="7121261" cy="57835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85391" y="0"/>
            <a:ext cx="41089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TECH STACK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9461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22" y="1281355"/>
            <a:ext cx="7579719" cy="49699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39116" y="153796"/>
            <a:ext cx="67684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DOUBLE ADVANTAGE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Hexagon 5"/>
          <p:cNvSpPr/>
          <p:nvPr/>
        </p:nvSpPr>
        <p:spPr>
          <a:xfrm>
            <a:off x="8651631" y="791309"/>
            <a:ext cx="3006969" cy="2497015"/>
          </a:xfrm>
          <a:prstGeom prst="hexag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Wired + Wireless </a:t>
            </a:r>
          </a:p>
          <a:p>
            <a:pPr algn="ctr"/>
            <a:r>
              <a:rPr lang="en-US" dirty="0" smtClean="0"/>
              <a:t>To prevent failure!!</a:t>
            </a:r>
            <a:br>
              <a:rPr lang="en-US" dirty="0" smtClean="0"/>
            </a:br>
            <a:r>
              <a:rPr lang="en-US" dirty="0" smtClean="0"/>
              <a:t>Not excluding RS485 , instead including ESP32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89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24277" y="2712358"/>
            <a:ext cx="39873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82477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163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Bahnschrift SemiLight SemiConde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 A KULKARNI</dc:creator>
  <cp:lastModifiedBy>SHREYA A KULKARNI</cp:lastModifiedBy>
  <cp:revision>3</cp:revision>
  <dcterms:created xsi:type="dcterms:W3CDTF">2025-12-05T02:09:47Z</dcterms:created>
  <dcterms:modified xsi:type="dcterms:W3CDTF">2025-12-05T02:36:24Z</dcterms:modified>
</cp:coreProperties>
</file>